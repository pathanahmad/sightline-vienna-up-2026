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TrenchVerify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A8E8"/>
                </a:solidFill>
              </a:rPr>
              <a:t>From Site Photo to Compliance Audit —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AI-powered photo review  ·  Full audit trail  ·  GDPR-compliant  ·  Zero data retained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CCD6E0"/>
                </a:solidFill>
              </a:rPr>
              <a:t>Vienna UP 2026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APG Cannot See Will Cost Millions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Missing
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No compliant photo evidence for open trench, duct positioning, or sand bedding at critical sections.
Result: Warranty claims invalid — liability shifts from contractors to APG.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No Audit
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Manual spot-checks miss ~30% of defects. No timestamped, per-meter record exists.
Result: Cannot prove contractual compliance after work is buried and closed.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Slow &amp;
Impossible to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3–5 days per section × 9 sections × 100× backlog = thousands of person-days of review.
Result: Review gets skipped. Problems surface years later via excavator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COST OF INACTION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Poor Documentation Today = Exponential Costs 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€120K+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Average cost per
fiber-cut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3–5×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Cost multiplier when
work is undocumented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€2.4M+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Estimated 5-year
exposure if unresolved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50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Planned asset lifespan
now at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* Based on industry benchmarks and internal öGIG / APG estimates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C107"/>
                </a:solidFill>
              </a:rPr>
              <a:t>The real question isn't whether to fix this.
It's whether to fix it before or after the next fiber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 Digital Compliance Platform — Built for APG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7E"/>
                </a:solidFill>
              </a:rPr>
              <a:t>100%
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trench segment reviewed automatically.
No spot-checks. No gaps.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8E8"/>
                </a:solidFill>
              </a:rPr>
              <a:t>Full
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photo timestamped, GPS-matched,
compliance-scored, and logged.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C107"/>
                </a:solidFill>
              </a:rPr>
              <a:t>GDPR
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Faces &amp; plates auto-detected and withheld.
Nothing stored on our infrastructure.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99%
Faster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&lt; 30 minutes for the full route —
vs. 3–5 days per section manually.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Six Steps, 30 Minutes, Zero Human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~3,929 photos +
GeoJSON route file
loaded into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Geo-Match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GPS overlay text
matched to trench
segment at 5 m 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97096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AI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6 compliance checks
per photo via
AI vision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Classify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Each segment scored:
GREEN / YELLOW / RED
based on check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74152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4152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Interactive color
map rendered in
browser — click any seg.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Audit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CSV + PDF report
downloaded; full
per-meter log exported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6 checks: warning tape · sand bedding · side-view angle · depth reference · sealed cable ends · GDPR (faces/plates)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0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669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47E"/>
                </a:solidFill>
              </a:rPr>
              <a:t>Manual review: 3–5 days per section   →   TrenchVerify: &lt; 30 minutes for the full 2,983-segment route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COMPLIANCE &amp;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 Report: What APG Receives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7E"/>
                </a:solidFill>
              </a:rPr>
              <a:t>GDPR / NIS2
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Faces and license plates detected in every photo before any reviewer sees them. Flagged images are withheld from the display grid and routed to a "needs retake" list. No personal data is ever shown, stored, or transmitted to our infrastructure.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E8"/>
                </a:solidFill>
              </a:rPr>
              <a:t>Zero Data
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107"/>
                </a:solidFill>
              </a:rPr>
              <a:t>Full Audit
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Every check result is logged with: photo ID · trench segment · GPS coordinates · timestamp · pass/fail per check. The export is a court-admissible evidence trail, not just a summary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Contractor
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The Numbers Speak for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€2.4M+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5-year liability exposure eliminated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470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by catching every defect before contractor sign-off
(€120K/incident × ~30% miss rate)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A8E8"/>
                </a:solidFill>
              </a:rPr>
              <a:t>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faster review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7614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3–5 days per section → &lt; 30 min for the full route
(measured: 3,929 photos in 28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004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46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segment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758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zero trench meters go unreviewed
(photo-per-5 m rule across all 2,983 segments)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148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160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audit transparency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5902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every check logged per photo · per meter · per timestamp
(exportable CSV/PDF, court-admissible)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hidden GDPR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5046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faces &amp; plates flagged and withheld before any reviewer sees them
(NIS2/GDPR checks run on 100% of photos)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80760"/>
            <a:ext cx="11430000" cy="594360"/>
          </a:xfrm>
          <a:prstGeom prst="rect">
            <a:avLst/>
          </a:prstGeom>
          <a:solidFill>
            <a:srgbClr val="00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7E"/>
                </a:solidFill>
              </a:rPr>
              <a:t>28 minutes end-to-end  ·  3,929 photos  ·  2,983 segments scored  ·  ~600 duplicates caught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Every Unreviewed Meter Is a Liability.
We Close That Gap —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Approve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Authorise the TrenchVerify AI pilot
for the current Klosterneuburg
route 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Define KPIs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Set acceptance thresholds:
coverage %, photo compliance rate,
time-to-report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47E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Roll out across all future APG
construction phases — protect
the full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D47E"/>
                </a:solidFill>
              </a:rPr>
              <a:t>Protect €42M+ in infrastructure.  Secure the 50-year network lifespan.  Act today.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A8E8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TrenchVerify — From Site Photo to Compliance Audit —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5566"/>
                </a:solidFill>
              </a:rPr>
              <a:t>Built at Vienna UP 2026  ·  All pilot data from APG partner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