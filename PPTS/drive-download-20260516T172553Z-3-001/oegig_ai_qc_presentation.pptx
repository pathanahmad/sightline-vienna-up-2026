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HIDDEN RISK IN EVERY METER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Automated Trench Documentation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155448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€42M+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Asset Value at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651760" cy="155448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80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yrs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3657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Network Lifespan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2651760" cy="155448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880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Trench Photos to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öGIG Fiber Infrastructure | Hackathon Solution Proposal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WHAT WE CAN'T SEE WILL COST 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Wrong Survey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RTK GPS measurements and missing geo-referenced records lead to incorrect utility records.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547872"/>
            <a:ext cx="265176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Fiber cuts during future excavations — each incident costs €15,000–€80,000 in emergency repairs plus liability.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8346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Documentation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compliant photo evidence of open trench, duct positioning, or sand bedding at critical sections.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547872"/>
            <a:ext cx="265176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Cannot prove contractual compliance — warranty claims invalid, liability shifts to öGIG.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51560"/>
            <a:ext cx="28346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43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Incorrect Burial Depth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depth deviations go undetected until road renewal projects expose improperly buried ducts.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547872"/>
            <a:ext cx="265176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Fiber damage during road works, network outages, and costly remediation across hundreds of meters.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COST OF INACTION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documentation today = exponential costs tomorrow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1463040"/>
          </a:xfrm>
          <a:prstGeom prst="rect">
            <a:avLst/>
          </a:prstGeom>
          <a:solidFill>
            <a:srgbClr val="1A284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€120K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cut incident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840480" cy="1463040"/>
          </a:xfrm>
          <a:prstGeom prst="rect">
            <a:avLst/>
          </a:prstGeom>
          <a:solidFill>
            <a:srgbClr val="1A284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undocumented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solidFill>
            <a:srgbClr val="1A284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yrs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asset life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jeopardized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3840480" cy="1463040"/>
          </a:xfrm>
          <a:prstGeom prst="rect">
            <a:avLst/>
          </a:prstGeom>
          <a:solidFill>
            <a:srgbClr val="1A284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€2.4M+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5-year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if unresolved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</a:rPr>
              <a:t>*Figures based on industry benchmarks and internal estimates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GOOD vs. BAD DOCUMENTATION LOOKS LIKE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402336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20440"/>
            <a:ext cx="411480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5387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COMPLIANT — Open trench with visible context &amp; GPS stamp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1148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39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051560"/>
            <a:ext cx="4023360" cy="2468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520440"/>
            <a:ext cx="41148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5387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NON-COMPLIANT — No duct bundle visible, no pipe end seals shown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4114800" cy="219456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3251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GPS/date/time metadata present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4562856"/>
            <a:ext cx="4114800" cy="219456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Duct bundle clearly visible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4809744"/>
            <a:ext cx="4114800" cy="219456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818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Sand bedding confirmed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54880" y="4315968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43251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Pipe ends sealed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54880" y="4562856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4572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Measurement ruler readable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754880" y="4809744"/>
            <a:ext cx="4114800" cy="21945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4818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persons/plates visible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AI-POWERED COVERAGE INTELLIGENCE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53035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972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97280"/>
            <a:ext cx="13716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– Complete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481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every 5m + RTK GPS verified. 62% of route.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19456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B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194560"/>
            <a:ext cx="137160" cy="914400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YELLOW – Partial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present but quality insufficient. 25% of route.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29184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291840"/>
            <a:ext cx="13716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– Missing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36758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compliant survey or photos. 13% — highest risk.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4343400"/>
            <a:ext cx="32004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43708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auto-classifies every trench segment 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AI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572768" cy="3291840"/>
          </a:xfrm>
          <a:prstGeom prst="rect">
            <a:avLst/>
          </a:prstGeom>
          <a:solidFill>
            <a:srgbClr val="11224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5156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572768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trench photos + GeoJSON route file loaded into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2377440"/>
            <a:ext cx="146304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960120"/>
            <a:ext cx="1572768" cy="3291840"/>
          </a:xfrm>
          <a:prstGeom prst="rect">
            <a:avLst/>
          </a:prstGeom>
          <a:solidFill>
            <a:srgbClr val="11224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5156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993392" y="1600200"/>
            <a:ext cx="1572768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6459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93392" y="21031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Geo-Match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2542032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metadata matched to route segments at 5m resolution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77440"/>
            <a:ext cx="146304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960120"/>
            <a:ext cx="1572768" cy="3291840"/>
          </a:xfrm>
          <a:prstGeom prst="rect">
            <a:avLst/>
          </a:prstGeom>
          <a:solidFill>
            <a:srgbClr val="11224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05156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712464" y="1600200"/>
            <a:ext cx="1572768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6459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12464" y="21031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03904" y="2542032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scores each image: depth, ducts, coverage, compliance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85232" y="2377440"/>
            <a:ext cx="146304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960120"/>
            <a:ext cx="1572768" cy="3291840"/>
          </a:xfrm>
          <a:prstGeom prst="rect">
            <a:avLst/>
          </a:prstGeom>
          <a:solidFill>
            <a:srgbClr val="11224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05156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431536" y="1600200"/>
            <a:ext cx="1572768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16459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31536" y="21031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22976" y="2542032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flagged: OK / Poor Quality / Missing Evidence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04304" y="2377440"/>
            <a:ext cx="146304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960120"/>
            <a:ext cx="1572768" cy="3291840"/>
          </a:xfrm>
          <a:prstGeom prst="rect">
            <a:avLst/>
          </a:prstGeom>
          <a:solidFill>
            <a:srgbClr val="11224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105156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7150608" y="1600200"/>
            <a:ext cx="1572768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6459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150608" y="21031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42048" y="2542032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+ PDF report delivered to reviewer in minutes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165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time: 3–5 days per section  →  AI review time: &lt; 30 minutes for entire route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ACT NOW: THE BUSINESS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519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AI QC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45920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reviews miss ~30% of defects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12264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055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Fiber cuts cost €120K+ per incident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15184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Network lifespan reduced below 50 years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81528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099816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Warranty claims invalid without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Liability risk shifts from contractors to öGIG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406908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69080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Road renewal damage goes uncompensated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2519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42519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 QC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1627632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645920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of segments reviewed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112264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3055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Defects flagged before acceptance sign-off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596896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615184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50-year network lifespan protected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081528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099816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Contractor accountability enforced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584448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 for every trench meter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050792"/>
            <a:ext cx="406908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CFF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4069080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across all future rollout phases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DECISION IS SIMPLE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unreviewed trench section is a liability waiting to be triggered.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28600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7296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AI-QC pilot for the current route build in Klosterneuburg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51760" cy="228600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KPIs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17296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acceptance thresholds: coverage %, photo compliance rate, response 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2286000"/>
          </a:xfrm>
          <a:prstGeom prst="rect">
            <a:avLst/>
          </a:prstGeom>
          <a:solidFill>
            <a:srgbClr val="112244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17296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across all future öGIG construction phases — protect the full network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 €42M+ in infrastructure. Secure the 50-year network lifespan. Act today.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F33613F0E852489D4174840A82AD98" ma:contentTypeVersion="17" ma:contentTypeDescription="Ein neues Dokument erstellen." ma:contentTypeScope="" ma:versionID="df327ee098100e224db3e7389e687277">
  <xsd:schema xmlns:xsd="http://www.w3.org/2001/XMLSchema" xmlns:xs="http://www.w3.org/2001/XMLSchema" xmlns:p="http://schemas.microsoft.com/office/2006/metadata/properties" xmlns:ns2="9751513b-aead-4732-93ef-1241f615b108" xmlns:ns3="d71815c3-050d-4c57-8127-419ba4d520c5" targetNamespace="http://schemas.microsoft.com/office/2006/metadata/properties" ma:root="true" ma:fieldsID="f3e271c7b9ce0c6cf909734d3688fb4f" ns2:_="" ns3:_="">
    <xsd:import namespace="9751513b-aead-4732-93ef-1241f615b108"/>
    <xsd:import namespace="d71815c3-050d-4c57-8127-419ba4d520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1513b-aead-4732-93ef-1241f615b1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2e5cfead-69b9-4db6-be48-755ec8e32e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1815c3-050d-4c57-8127-419ba4d520c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51513b-aead-4732-93ef-1241f615b1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629B9C-585D-4D2F-88EC-2D84E0DE18B4}"/>
</file>

<file path=customXml/itemProps2.xml><?xml version="1.0" encoding="utf-8"?>
<ds:datastoreItem xmlns:ds="http://schemas.openxmlformats.org/officeDocument/2006/customXml" ds:itemID="{1A086ADD-05C4-4AE9-AE19-F2F5DC99CD5D}"/>
</file>

<file path=customXml/itemProps3.xml><?xml version="1.0" encoding="utf-8"?>
<ds:datastoreItem xmlns:ds="http://schemas.openxmlformats.org/officeDocument/2006/customXml" ds:itemID="{5E6F6A33-3445-42B9-BF10-2DB9D091AA9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Quality Control of Trench Documentation</dc:title>
  <dc:subject>PptxGenJS Presentation</dc:subject>
  <dc:creator>PptxGenJS</dc:creator>
  <cp:lastModifiedBy>PptxGenJS</cp:lastModifiedBy>
  <cp:revision>1</cp:revision>
  <dcterms:created xsi:type="dcterms:W3CDTF">2026-05-05T12:28:53Z</dcterms:created>
  <dcterms:modified xsi:type="dcterms:W3CDTF">2026-05-05T12:28:53Z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0x010100FBF33613F0E852489D4174840A82AD98</vt:lpwstr>
  </property>
</Properties>
</file>