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4" r:id="rId11"/>
    <p:sldId id="26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F298F5-BB2B-43D9-B1B6-7688EA8C321E}" v="1" dt="2026-05-15T11:14:43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hrmann Martin" userId="545aa388-542f-43e1-8312-83857ac89a02" providerId="ADAL" clId="{C4FE995E-BF4B-48AD-99A2-0BD5316A4DBF}"/>
    <pc:docChg chg="undo custSel mod addSld delSld modSld sldOrd modMainMaster">
      <pc:chgData name="Fuhrmann Martin" userId="545aa388-542f-43e1-8312-83857ac89a02" providerId="ADAL" clId="{C4FE995E-BF4B-48AD-99A2-0BD5316A4DBF}" dt="2026-05-15T11:23:21.163" v="279" actId="47"/>
      <pc:docMkLst>
        <pc:docMk/>
      </pc:docMkLst>
      <pc:sldChg chg="addSp delSp modSp mod ord">
        <pc:chgData name="Fuhrmann Martin" userId="545aa388-542f-43e1-8312-83857ac89a02" providerId="ADAL" clId="{C4FE995E-BF4B-48AD-99A2-0BD5316A4DBF}" dt="2026-05-15T11:22:04.786" v="277" actId="1076"/>
        <pc:sldMkLst>
          <pc:docMk/>
          <pc:sldMk cId="0" sldId="260"/>
        </pc:sldMkLst>
        <pc:spChg chg="mod">
          <ac:chgData name="Fuhrmann Martin" userId="545aa388-542f-43e1-8312-83857ac89a02" providerId="ADAL" clId="{C4FE995E-BF4B-48AD-99A2-0BD5316A4DBF}" dt="2026-05-15T10:57:18.222" v="42" actId="20577"/>
          <ac:spMkLst>
            <pc:docMk/>
            <pc:sldMk cId="0" sldId="260"/>
            <ac:spMk id="4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7:23.452" v="43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Fuhrmann Martin" userId="545aa388-542f-43e1-8312-83857ac89a02" providerId="ADAL" clId="{C4FE995E-BF4B-48AD-99A2-0BD5316A4DBF}" dt="2026-05-15T11:14:39.388" v="219" actId="1076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Fuhrmann Martin" userId="545aa388-542f-43e1-8312-83857ac89a02" providerId="ADAL" clId="{C4FE995E-BF4B-48AD-99A2-0BD5316A4DBF}" dt="2026-05-15T10:58:28.128" v="106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7:24.156" v="44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1:14:30.296" v="215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1:14:32.057" v="216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7:24.774" v="45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1:14:33.673" v="217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1:14:34.825" v="218" actId="478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Fuhrmann Martin" userId="545aa388-542f-43e1-8312-83857ac89a02" providerId="ADAL" clId="{C4FE995E-BF4B-48AD-99A2-0BD5316A4DBF}" dt="2026-05-15T10:58:43.349" v="110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8:42.765" v="109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8:41.162" v="108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8:43.911" v="111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8:49.641" v="116" actId="478"/>
          <ac:spMkLst>
            <pc:docMk/>
            <pc:sldMk cId="0" sldId="260"/>
            <ac:spMk id="19" creationId="{00000000-0000-0000-0000-000000000000}"/>
          </ac:spMkLst>
        </pc:spChg>
        <pc:spChg chg="del mod">
          <ac:chgData name="Fuhrmann Martin" userId="545aa388-542f-43e1-8312-83857ac89a02" providerId="ADAL" clId="{C4FE995E-BF4B-48AD-99A2-0BD5316A4DBF}" dt="2026-05-15T10:58:45.947" v="113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8:47.286" v="114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8:49.134" v="115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Fuhrmann Martin" userId="545aa388-542f-43e1-8312-83857ac89a02" providerId="ADAL" clId="{C4FE995E-BF4B-48AD-99A2-0BD5316A4DBF}" dt="2026-05-15T10:58:51.379" v="117" actId="478"/>
          <ac:spMkLst>
            <pc:docMk/>
            <pc:sldMk cId="0" sldId="260"/>
            <ac:spMk id="23" creationId="{00000000-0000-0000-0000-000000000000}"/>
          </ac:spMkLst>
        </pc:spChg>
        <pc:spChg chg="add mod">
          <ac:chgData name="Fuhrmann Martin" userId="545aa388-542f-43e1-8312-83857ac89a02" providerId="ADAL" clId="{C4FE995E-BF4B-48AD-99A2-0BD5316A4DBF}" dt="2026-05-15T11:17:16.285" v="273" actId="20577"/>
          <ac:spMkLst>
            <pc:docMk/>
            <pc:sldMk cId="0" sldId="260"/>
            <ac:spMk id="29" creationId="{77C83AB9-CCE0-0438-5835-BDB717D672FE}"/>
          </ac:spMkLst>
        </pc:spChg>
        <pc:picChg chg="add mod">
          <ac:chgData name="Fuhrmann Martin" userId="545aa388-542f-43e1-8312-83857ac89a02" providerId="ADAL" clId="{C4FE995E-BF4B-48AD-99A2-0BD5316A4DBF}" dt="2026-05-15T11:00:49.553" v="210" actId="1076"/>
          <ac:picMkLst>
            <pc:docMk/>
            <pc:sldMk cId="0" sldId="260"/>
            <ac:picMk id="26" creationId="{8BD2E903-7652-4F01-0819-4242D3FD1E3E}"/>
          </ac:picMkLst>
        </pc:picChg>
        <pc:picChg chg="add mod">
          <ac:chgData name="Fuhrmann Martin" userId="545aa388-542f-43e1-8312-83857ac89a02" providerId="ADAL" clId="{C4FE995E-BF4B-48AD-99A2-0BD5316A4DBF}" dt="2026-05-15T11:22:04.786" v="277" actId="1076"/>
          <ac:picMkLst>
            <pc:docMk/>
            <pc:sldMk cId="0" sldId="260"/>
            <ac:picMk id="28" creationId="{553F5778-E4CF-3F5D-CF5C-004B37AD9268}"/>
          </ac:picMkLst>
        </pc:picChg>
        <pc:picChg chg="add mod">
          <ac:chgData name="Fuhrmann Martin" userId="545aa388-542f-43e1-8312-83857ac89a02" providerId="ADAL" clId="{C4FE995E-BF4B-48AD-99A2-0BD5316A4DBF}" dt="2026-05-15T11:22:03.270" v="276" actId="1076"/>
          <ac:picMkLst>
            <pc:docMk/>
            <pc:sldMk cId="0" sldId="260"/>
            <ac:picMk id="31" creationId="{F8B88D8C-216E-1BBB-C19F-7DFC946954A3}"/>
          </ac:picMkLst>
        </pc:picChg>
      </pc:sldChg>
      <pc:sldChg chg="modSp mod ord">
        <pc:chgData name="Fuhrmann Martin" userId="545aa388-542f-43e1-8312-83857ac89a02" providerId="ADAL" clId="{C4FE995E-BF4B-48AD-99A2-0BD5316A4DBF}" dt="2026-05-15T10:55:38.394" v="25"/>
        <pc:sldMkLst>
          <pc:docMk/>
          <pc:sldMk cId="0" sldId="261"/>
        </pc:sldMkLst>
        <pc:spChg chg="mod">
          <ac:chgData name="Fuhrmann Martin" userId="545aa388-542f-43e1-8312-83857ac89a02" providerId="ADAL" clId="{C4FE995E-BF4B-48AD-99A2-0BD5316A4DBF}" dt="2026-05-15T10:55:15.273" v="23" actId="20577"/>
          <ac:spMkLst>
            <pc:docMk/>
            <pc:sldMk cId="0" sldId="261"/>
            <ac:spMk id="3" creationId="{00000000-0000-0000-0000-000000000000}"/>
          </ac:spMkLst>
        </pc:spChg>
      </pc:sldChg>
      <pc:sldChg chg="del">
        <pc:chgData name="Fuhrmann Martin" userId="545aa388-542f-43e1-8312-83857ac89a02" providerId="ADAL" clId="{C4FE995E-BF4B-48AD-99A2-0BD5316A4DBF}" dt="2026-05-15T11:23:21.163" v="279" actId="47"/>
        <pc:sldMkLst>
          <pc:docMk/>
          <pc:sldMk cId="0" sldId="263"/>
        </pc:sldMkLst>
      </pc:sldChg>
      <pc:sldChg chg="addSp delSp modSp mod ord">
        <pc:chgData name="Fuhrmann Martin" userId="545aa388-542f-43e1-8312-83857ac89a02" providerId="ADAL" clId="{C4FE995E-BF4B-48AD-99A2-0BD5316A4DBF}" dt="2026-05-15T10:54:47.917" v="14" actId="1076"/>
        <pc:sldMkLst>
          <pc:docMk/>
          <pc:sldMk cId="0" sldId="264"/>
        </pc:sldMkLst>
        <pc:spChg chg="mod">
          <ac:chgData name="Fuhrmann Martin" userId="545aa388-542f-43e1-8312-83857ac89a02" providerId="ADAL" clId="{C4FE995E-BF4B-48AD-99A2-0BD5316A4DBF}" dt="2026-05-15T10:54:18.808" v="9" actId="6549"/>
          <ac:spMkLst>
            <pc:docMk/>
            <pc:sldMk cId="0" sldId="264"/>
            <ac:spMk id="5" creationId="{00000000-0000-0000-0000-000000000000}"/>
          </ac:spMkLst>
        </pc:spChg>
        <pc:spChg chg="mod">
          <ac:chgData name="Fuhrmann Martin" userId="545aa388-542f-43e1-8312-83857ac89a02" providerId="ADAL" clId="{C4FE995E-BF4B-48AD-99A2-0BD5316A4DBF}" dt="2026-05-15T10:53:46.294" v="7" actId="6549"/>
          <ac:spMkLst>
            <pc:docMk/>
            <pc:sldMk cId="0" sldId="264"/>
            <ac:spMk id="11" creationId="{00000000-0000-0000-0000-000000000000}"/>
          </ac:spMkLst>
        </pc:spChg>
        <pc:spChg chg="mod">
          <ac:chgData name="Fuhrmann Martin" userId="545aa388-542f-43e1-8312-83857ac89a02" providerId="ADAL" clId="{C4FE995E-BF4B-48AD-99A2-0BD5316A4DBF}" dt="2026-05-15T10:53:53.371" v="8" actId="6549"/>
          <ac:spMkLst>
            <pc:docMk/>
            <pc:sldMk cId="0" sldId="264"/>
            <ac:spMk id="21" creationId="{00000000-0000-0000-0000-000000000000}"/>
          </ac:spMkLst>
        </pc:spChg>
        <pc:spChg chg="add del mod">
          <ac:chgData name="Fuhrmann Martin" userId="545aa388-542f-43e1-8312-83857ac89a02" providerId="ADAL" clId="{C4FE995E-BF4B-48AD-99A2-0BD5316A4DBF}" dt="2026-05-15T10:54:41.854" v="13" actId="478"/>
          <ac:spMkLst>
            <pc:docMk/>
            <pc:sldMk cId="0" sldId="264"/>
            <ac:spMk id="24" creationId="{00000000-0000-0000-0000-000000000000}"/>
          </ac:spMkLst>
        </pc:spChg>
        <pc:spChg chg="mod">
          <ac:chgData name="Fuhrmann Martin" userId="545aa388-542f-43e1-8312-83857ac89a02" providerId="ADAL" clId="{C4FE995E-BF4B-48AD-99A2-0BD5316A4DBF}" dt="2026-05-15T10:54:47.917" v="14" actId="1076"/>
          <ac:spMkLst>
            <pc:docMk/>
            <pc:sldMk cId="0" sldId="264"/>
            <ac:spMk id="25" creationId="{00000000-0000-0000-0000-000000000000}"/>
          </ac:spMkLst>
        </pc:spChg>
        <pc:picChg chg="mod">
          <ac:chgData name="Fuhrmann Martin" userId="545aa388-542f-43e1-8312-83857ac89a02" providerId="ADAL" clId="{C4FE995E-BF4B-48AD-99A2-0BD5316A4DBF}" dt="2026-05-15T10:54:27.580" v="10" actId="1076"/>
          <ac:picMkLst>
            <pc:docMk/>
            <pc:sldMk cId="0" sldId="264"/>
            <ac:picMk id="6" creationId="{00000000-0000-0000-0000-000000000000}"/>
          </ac:picMkLst>
        </pc:picChg>
      </pc:sldChg>
      <pc:sldChg chg="new del">
        <pc:chgData name="Fuhrmann Martin" userId="545aa388-542f-43e1-8312-83857ac89a02" providerId="ADAL" clId="{C4FE995E-BF4B-48AD-99A2-0BD5316A4DBF}" dt="2026-05-15T11:22:46.788" v="278" actId="47"/>
        <pc:sldMkLst>
          <pc:docMk/>
          <pc:sldMk cId="663478852" sldId="265"/>
        </pc:sldMkLst>
      </pc:sldChg>
      <pc:sldChg chg="add del">
        <pc:chgData name="Fuhrmann Martin" userId="545aa388-542f-43e1-8312-83857ac89a02" providerId="ADAL" clId="{C4FE995E-BF4B-48AD-99A2-0BD5316A4DBF}" dt="2026-05-15T10:56:51.945" v="29" actId="47"/>
        <pc:sldMkLst>
          <pc:docMk/>
          <pc:sldMk cId="93553861" sldId="266"/>
        </pc:sldMkLst>
      </pc:sldChg>
      <pc:sldMasterChg chg="addSp mod">
        <pc:chgData name="Fuhrmann Martin" userId="545aa388-542f-43e1-8312-83857ac89a02" providerId="ADAL" clId="{C4FE995E-BF4B-48AD-99A2-0BD5316A4DBF}" dt="2026-05-15T10:29:01.733" v="0" actId="33475"/>
        <pc:sldMasterMkLst>
          <pc:docMk/>
          <pc:sldMasterMk cId="0" sldId="2147483648"/>
        </pc:sldMasterMkLst>
        <pc:spChg chg="add">
          <ac:chgData name="Fuhrmann Martin" userId="545aa388-542f-43e1-8312-83857ac89a02" providerId="ADAL" clId="{C4FE995E-BF4B-48AD-99A2-0BD5316A4DBF}" dt="2026-05-15T10:29:01.733" v="0" actId="33475"/>
          <ac:spMkLst>
            <pc:docMk/>
            <pc:sldMasterMk cId="0" sldId="2147483648"/>
            <ac:spMk id="3" creationId="{96BDECF5-5968-23AB-6208-04ACB0FDC4EA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71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6BDECF5-5968-23AB-6208-04ACB0FDC4E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7270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öGIG - Intern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0"/>
            <a:ext cx="5943600" cy="5143500"/>
          </a:xfrm>
          <a:prstGeom prst="rect">
            <a:avLst/>
          </a:prstGeom>
        </p:spPr>
      </p:pic>
      <p:pic>
        <p:nvPicPr>
          <p:cNvPr id="3" name="Image 1" descr="/home/claude/oegi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"/>
            <a:ext cx="530352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öGIG AI Quality Control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457200" y="23317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HIDDEN RISK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EVERY METER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45720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quality control of trench documentation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Solution Proposal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0024"/>
          </a:solidFill>
          <a:ln w="12700">
            <a:solidFill>
              <a:srgbClr val="E0002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3" name="Image 0" descr="/home/claude/oeg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"/>
            <a:ext cx="530352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SCALE OF THE CHALLENGE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00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öGIG Fiber Infrastructure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2560320" cy="3291840"/>
          </a:xfrm>
          <a:prstGeom prst="rect">
            <a:avLst/>
          </a:prstGeom>
          <a:solidFill>
            <a:srgbClr val="E00024"/>
          </a:solidFill>
          <a:ln w="12700">
            <a:solidFill>
              <a:srgbClr val="E0002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€42M+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Asset</a:t>
            </a:r>
            <a:endParaRPr lang="en-US" sz="1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at Risk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1325880"/>
            <a:ext cx="2560320" cy="3291840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3337560" y="15544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yrs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33756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 Network</a:t>
            </a:r>
            <a:endParaRPr lang="en-US" sz="1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Lifespan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35040" y="1325880"/>
            <a:ext cx="2560320" cy="3291840"/>
          </a:xfrm>
          <a:prstGeom prst="rect">
            <a:avLst/>
          </a:prstGeom>
          <a:solidFill>
            <a:srgbClr val="3B3B3B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0"/>
          <p:cNvSpPr/>
          <p:nvPr/>
        </p:nvSpPr>
        <p:spPr>
          <a:xfrm>
            <a:off x="6172200" y="15544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~500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617220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Trench Photos to</a:t>
            </a:r>
            <a:endParaRPr lang="en-US" sz="1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per Section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0024"/>
          </a:solidFill>
          <a:ln w="12700">
            <a:solidFill>
              <a:srgbClr val="E0002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3" name="Image 0" descr="/home/claude/oeg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"/>
            <a:ext cx="530352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28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00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can't see will cost 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8321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26187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00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Documentation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16002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compliant photo evidence of open trench, duct positioning, or sand bedding at critical sections.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280160" y="21488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Cannot prove contractual compliance — warranty claims invalid, liability shifts to öGIG.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3017520"/>
            <a:ext cx="8321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756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18211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 Burial Depth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80160" y="35204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Undocumented depth deviations go undetected until road renewal projects expose improperly buried ducts.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80160" y="40690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Fiber damage, network outages, and costly remediation across hundreds of meters.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6576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A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Focus: photo evidence and burial-depth compliance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eg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"/>
            <a:ext cx="530352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OF INACTION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00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documentation today = exponential costs tomorrow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" y="1234440"/>
            <a:ext cx="1920240" cy="3383280"/>
          </a:xfrm>
          <a:prstGeom prst="rect">
            <a:avLst/>
          </a:prstGeom>
          <a:solidFill>
            <a:srgbClr val="E00024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384048" y="1508760"/>
            <a:ext cx="18013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€120K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84048" y="2971800"/>
            <a:ext cx="1801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cost per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fiber cut incident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68880" y="1234440"/>
            <a:ext cx="1920240" cy="3383280"/>
          </a:xfrm>
          <a:prstGeom prst="rect">
            <a:avLst/>
          </a:prstGeom>
          <a:solidFill>
            <a:srgbClr val="E00024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/>
          <p:nvPr/>
        </p:nvSpPr>
        <p:spPr>
          <a:xfrm>
            <a:off x="2532888" y="1508760"/>
            <a:ext cx="18013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3–5×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532888" y="2971800"/>
            <a:ext cx="1801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multiplier if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undocumented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17720" y="1234440"/>
            <a:ext cx="1920240" cy="3383280"/>
          </a:xfrm>
          <a:prstGeom prst="rect">
            <a:avLst/>
          </a:prstGeom>
          <a:solidFill>
            <a:srgbClr val="E00024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9"/>
          <p:cNvSpPr/>
          <p:nvPr/>
        </p:nvSpPr>
        <p:spPr>
          <a:xfrm>
            <a:off x="4681728" y="1508760"/>
            <a:ext cx="18013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yrs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681728" y="2971800"/>
            <a:ext cx="1801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 asset life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jeopardized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1234440"/>
            <a:ext cx="1920240" cy="3383280"/>
          </a:xfrm>
          <a:prstGeom prst="rect">
            <a:avLst/>
          </a:prstGeom>
          <a:solidFill>
            <a:srgbClr val="E00024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2"/>
          <p:cNvSpPr/>
          <p:nvPr/>
        </p:nvSpPr>
        <p:spPr>
          <a:xfrm>
            <a:off x="6830568" y="1508760"/>
            <a:ext cx="18013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€2.4M+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830568" y="2971800"/>
            <a:ext cx="1801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Estimated 5-year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exposure if unresolved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*Figures based on industry benchmarks and internal estimates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3" name="Image 0" descr="/home/claude/oeg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"/>
            <a:ext cx="530352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 – Data base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9A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Coverage Intelligence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52574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Pictures – 3 929 pictures of the pilot region trenches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114 examples of visible depth measuring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105 examples of visible ducts in trenches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8BD2E903-7652-4F01-0819-4242D3FD1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850" y="979278"/>
            <a:ext cx="1704703" cy="2272937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553F5778-E4CF-3F5D-CF5C-004B37AD9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454511"/>
            <a:ext cx="1824718" cy="2432957"/>
          </a:xfrm>
          <a:prstGeom prst="rect">
            <a:avLst/>
          </a:prstGeom>
        </p:spPr>
      </p:pic>
      <p:sp>
        <p:nvSpPr>
          <p:cNvPr id="29" name="Text 4">
            <a:extLst>
              <a:ext uri="{FF2B5EF4-FFF2-40B4-BE49-F238E27FC236}">
                <a16:creationId xmlns:a16="http://schemas.microsoft.com/office/drawing/2014/main" id="{77C83AB9-CCE0-0438-5835-BDB717D672FE}"/>
              </a:ext>
            </a:extLst>
          </p:cNvPr>
          <p:cNvSpPr/>
          <p:nvPr/>
        </p:nvSpPr>
        <p:spPr>
          <a:xfrm>
            <a:off x="476998" y="2441121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GeoData</a:t>
            </a:r>
            <a:r>
              <a:rPr lang="en-US" sz="1300" b="1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– Trenches, FCP-Areas, FCP, POP</a:t>
            </a:r>
          </a:p>
          <a:p>
            <a:pPr marL="0" indent="0">
              <a:buNone/>
            </a:pPr>
            <a:endParaRPr lang="en-US" sz="1300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B88D8C-216E-1BBB-C19F-7DFC94695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23" y="2721972"/>
            <a:ext cx="2435212" cy="2152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eg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"/>
            <a:ext cx="530352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AI SYSTEM (could) WORK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914400"/>
            <a:ext cx="1508760" cy="3200400"/>
          </a:xfrm>
          <a:prstGeom prst="rect">
            <a:avLst/>
          </a:prstGeom>
          <a:solidFill>
            <a:srgbClr val="C10020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/>
          <p:nvPr/>
        </p:nvSpPr>
        <p:spPr>
          <a:xfrm>
            <a:off x="384048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0058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048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84048" y="205740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~500 trench photos + GeoJSON route file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856232" y="219456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029968" y="914400"/>
            <a:ext cx="1508760" cy="3200400"/>
          </a:xfrm>
          <a:prstGeom prst="rect">
            <a:avLst/>
          </a:prstGeom>
          <a:solidFill>
            <a:srgbClr val="C10020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7"/>
          <p:cNvSpPr/>
          <p:nvPr/>
        </p:nvSpPr>
        <p:spPr>
          <a:xfrm>
            <a:off x="2093976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10058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93976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Geo-Match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093976" y="205740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metadata matched to route segments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566160" y="219456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739896" y="914400"/>
            <a:ext cx="1508760" cy="3200400"/>
          </a:xfrm>
          <a:prstGeom prst="rect">
            <a:avLst/>
          </a:prstGeom>
          <a:solidFill>
            <a:srgbClr val="C10020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2"/>
          <p:cNvSpPr/>
          <p:nvPr/>
        </p:nvSpPr>
        <p:spPr>
          <a:xfrm>
            <a:off x="3803904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10058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03904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Review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803904" y="205740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model scores depth, ducts, coverage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276088" y="219456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49824" y="914400"/>
            <a:ext cx="1508760" cy="3200400"/>
          </a:xfrm>
          <a:prstGeom prst="rect">
            <a:avLst/>
          </a:prstGeom>
          <a:solidFill>
            <a:srgbClr val="C10020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17"/>
          <p:cNvSpPr/>
          <p:nvPr/>
        </p:nvSpPr>
        <p:spPr>
          <a:xfrm>
            <a:off x="5513832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2" y="100584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13832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513832" y="205740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Segments flagged: OK / Poor / Missing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986016" y="219456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159752" y="914400"/>
            <a:ext cx="1508760" cy="3200400"/>
          </a:xfrm>
          <a:prstGeom prst="rect">
            <a:avLst/>
          </a:prstGeom>
          <a:solidFill>
            <a:srgbClr val="C10020"/>
          </a:solidFill>
          <a:ln w="12700">
            <a:solidFill>
              <a:srgbClr val="C100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2"/>
          <p:cNvSpPr/>
          <p:nvPr/>
        </p:nvSpPr>
        <p:spPr>
          <a:xfrm>
            <a:off x="72237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100584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2376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223760" y="205740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+ PDF report in minutes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3B3B3B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26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review: 3–5 days per section   →   AI review: &lt; 30 minutes for entire route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3" name="Image 0" descr="/home/claude/oegi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91440"/>
            <a:ext cx="530352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37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MAP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57607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A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Trench Documentation Status · Pilot Route</a:t>
            </a:r>
            <a:endParaRPr lang="en-US" sz="1200" dirty="0"/>
          </a:p>
        </p:txBody>
      </p:sp>
      <p:pic>
        <p:nvPicPr>
          <p:cNvPr id="6" name="Image 1" descr="/mnt/user-data/uploads/Netzplan_Symbolis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30352"/>
            <a:ext cx="6858000" cy="4572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86600" y="868680"/>
            <a:ext cx="196596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4"/>
          <p:cNvSpPr/>
          <p:nvPr/>
        </p:nvSpPr>
        <p:spPr>
          <a:xfrm>
            <a:off x="7178040" y="9601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TRENCH STATUS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178040" y="1371600"/>
            <a:ext cx="201168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6"/>
          <p:cNvSpPr/>
          <p:nvPr/>
        </p:nvSpPr>
        <p:spPr>
          <a:xfrm>
            <a:off x="7452360" y="1353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– Complete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178040" y="16276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every 5m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7178040" y="2167128"/>
            <a:ext cx="169164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9"/>
          <p:cNvSpPr/>
          <p:nvPr/>
        </p:nvSpPr>
        <p:spPr>
          <a:xfrm>
            <a:off x="7178040" y="21671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62% of total route length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178040" y="256032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1"/>
          <p:cNvSpPr/>
          <p:nvPr/>
        </p:nvSpPr>
        <p:spPr>
          <a:xfrm>
            <a:off x="7452360" y="25420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 – Partial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178040" y="28163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 present but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insufficient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178040" y="3355848"/>
            <a:ext cx="16916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4"/>
          <p:cNvSpPr/>
          <p:nvPr/>
        </p:nvSpPr>
        <p:spPr>
          <a:xfrm>
            <a:off x="7178040" y="33558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 of total route length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178040" y="3749040"/>
            <a:ext cx="201168" cy="201168"/>
          </a:xfrm>
          <a:prstGeom prst="rect">
            <a:avLst/>
          </a:prstGeom>
          <a:solidFill>
            <a:srgbClr val="E00024"/>
          </a:solidFill>
          <a:ln w="12700">
            <a:solidFill>
              <a:srgbClr val="E0002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6"/>
          <p:cNvSpPr/>
          <p:nvPr/>
        </p:nvSpPr>
        <p:spPr>
          <a:xfrm>
            <a:off x="7452360" y="37307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– Missing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178040" y="40050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compliant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178040" y="4544568"/>
            <a:ext cx="1691640" cy="256032"/>
          </a:xfrm>
          <a:prstGeom prst="rect">
            <a:avLst/>
          </a:prstGeom>
          <a:solidFill>
            <a:srgbClr val="E00024"/>
          </a:solidFill>
          <a:ln w="12700">
            <a:solidFill>
              <a:srgbClr val="E0002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19"/>
          <p:cNvSpPr/>
          <p:nvPr/>
        </p:nvSpPr>
        <p:spPr>
          <a:xfrm>
            <a:off x="7178040" y="45445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13% of total route length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1600200" y="4370832"/>
            <a:ext cx="1965960" cy="731520"/>
          </a:xfrm>
          <a:prstGeom prst="rect">
            <a:avLst/>
          </a:prstGeom>
          <a:solidFill>
            <a:srgbClr val="3B3B3B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1"/>
          <p:cNvSpPr/>
          <p:nvPr/>
        </p:nvSpPr>
        <p:spPr>
          <a:xfrm>
            <a:off x="1691640" y="45994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POP  ·  4 FCPs  ·  32 Connections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178040" y="53218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Overview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0024"/>
          </a:solidFill>
          <a:ln w="12700">
            <a:solidFill>
              <a:srgbClr val="E0002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3" name="Image 0" descr="/home/claude/oeg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"/>
            <a:ext cx="530352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ACT NOW: THE BUSINESS CASE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977640" cy="438912"/>
          </a:xfrm>
          <a:prstGeom prst="rect">
            <a:avLst/>
          </a:prstGeom>
          <a:solidFill>
            <a:srgbClr val="3B3B3B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502920" y="905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WITHOUT AI QC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397764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Manual reviews miss critical defects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196596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50292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Fiber cuts cost €120K+ per incident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514600"/>
            <a:ext cx="397764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9"/>
          <p:cNvSpPr/>
          <p:nvPr/>
        </p:nvSpPr>
        <p:spPr>
          <a:xfrm>
            <a:off x="502920" y="2560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Network lifespan reduced below 50 years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306324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1"/>
          <p:cNvSpPr/>
          <p:nvPr/>
        </p:nvSpPr>
        <p:spPr>
          <a:xfrm>
            <a:off x="50292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Warranty claims invalid without evidence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3611880"/>
            <a:ext cx="397764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3"/>
          <p:cNvSpPr/>
          <p:nvPr/>
        </p:nvSpPr>
        <p:spPr>
          <a:xfrm>
            <a:off x="50292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Liability risk shifts from contractors to öGIG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65760" y="416052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5"/>
          <p:cNvSpPr/>
          <p:nvPr/>
        </p:nvSpPr>
        <p:spPr>
          <a:xfrm>
            <a:off x="50292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Road renewal damage goes uncompensated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800600" y="868680"/>
            <a:ext cx="3977640" cy="438912"/>
          </a:xfrm>
          <a:prstGeom prst="rect">
            <a:avLst/>
          </a:prstGeom>
          <a:solidFill>
            <a:srgbClr val="009AA6"/>
          </a:solidFill>
          <a:ln w="12700">
            <a:solidFill>
              <a:srgbClr val="009A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7"/>
          <p:cNvSpPr/>
          <p:nvPr/>
        </p:nvSpPr>
        <p:spPr>
          <a:xfrm>
            <a:off x="4937760" y="905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WITH AI QC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800600" y="1417320"/>
            <a:ext cx="3977640" cy="457200"/>
          </a:xfrm>
          <a:prstGeom prst="rect">
            <a:avLst/>
          </a:prstGeom>
          <a:solidFill>
            <a:srgbClr val="E8F8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19"/>
          <p:cNvSpPr/>
          <p:nvPr/>
        </p:nvSpPr>
        <p:spPr>
          <a:xfrm>
            <a:off x="493776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100% of segments reviewed automatically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800600" y="196596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1"/>
          <p:cNvSpPr/>
          <p:nvPr/>
        </p:nvSpPr>
        <p:spPr>
          <a:xfrm>
            <a:off x="493776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Defects flagged before acceptance sign-off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00600" y="2514600"/>
            <a:ext cx="3977640" cy="457200"/>
          </a:xfrm>
          <a:prstGeom prst="rect">
            <a:avLst/>
          </a:prstGeom>
          <a:solidFill>
            <a:srgbClr val="E8F8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3"/>
          <p:cNvSpPr/>
          <p:nvPr/>
        </p:nvSpPr>
        <p:spPr>
          <a:xfrm>
            <a:off x="4937760" y="2560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50-year network lifespan protected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800600" y="306324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5"/>
          <p:cNvSpPr/>
          <p:nvPr/>
        </p:nvSpPr>
        <p:spPr>
          <a:xfrm>
            <a:off x="493776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Contractor accountability enforced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800600" y="3611880"/>
            <a:ext cx="3977640" cy="457200"/>
          </a:xfrm>
          <a:prstGeom prst="rect">
            <a:avLst/>
          </a:prstGeom>
          <a:solidFill>
            <a:srgbClr val="E8F8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7"/>
          <p:cNvSpPr/>
          <p:nvPr/>
        </p:nvSpPr>
        <p:spPr>
          <a:xfrm>
            <a:off x="493776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Full audit trail for every trench meter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800600" y="416052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29"/>
          <p:cNvSpPr/>
          <p:nvPr/>
        </p:nvSpPr>
        <p:spPr>
          <a:xfrm>
            <a:off x="493776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Scalable across all future rollout phases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51513b-aead-4732-93ef-1241f615b10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F33613F0E852489D4174840A82AD98" ma:contentTypeVersion="17" ma:contentTypeDescription="Ein neues Dokument erstellen." ma:contentTypeScope="" ma:versionID="df327ee098100e224db3e7389e687277">
  <xsd:schema xmlns:xsd="http://www.w3.org/2001/XMLSchema" xmlns:xs="http://www.w3.org/2001/XMLSchema" xmlns:p="http://schemas.microsoft.com/office/2006/metadata/properties" xmlns:ns2="9751513b-aead-4732-93ef-1241f615b108" xmlns:ns3="d71815c3-050d-4c57-8127-419ba4d520c5" targetNamespace="http://schemas.microsoft.com/office/2006/metadata/properties" ma:root="true" ma:fieldsID="f3e271c7b9ce0c6cf909734d3688fb4f" ns2:_="" ns3:_="">
    <xsd:import namespace="9751513b-aead-4732-93ef-1241f615b108"/>
    <xsd:import namespace="d71815c3-050d-4c57-8127-419ba4d520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1513b-aead-4732-93ef-1241f615b1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2e5cfead-69b9-4db6-be48-755ec8e32e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1815c3-050d-4c57-8127-419ba4d520c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7E65D3-875D-4A7C-8A07-FFADC7C2A2D9}">
  <ds:schemaRefs>
    <ds:schemaRef ds:uri="http://schemas.microsoft.com/office/2006/metadata/properties"/>
    <ds:schemaRef ds:uri="http://schemas.microsoft.com/office/infopath/2007/PartnerControls"/>
    <ds:schemaRef ds:uri="9751513b-aead-4732-93ef-1241f615b108"/>
  </ds:schemaRefs>
</ds:datastoreItem>
</file>

<file path=customXml/itemProps2.xml><?xml version="1.0" encoding="utf-8"?>
<ds:datastoreItem xmlns:ds="http://schemas.openxmlformats.org/officeDocument/2006/customXml" ds:itemID="{DC471C00-49BE-45C7-ABA0-C18D2ADAE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31A8A8-9AEE-461A-98B9-EC4E6BDC70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51513b-aead-4732-93ef-1241f615b108"/>
    <ds:schemaRef ds:uri="d71815c3-050d-4c57-8127-419ba4d520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61703a9-0130-4daf-9059-f7d41c63e127}" enabled="1" method="Privileged" siteId="{7eb72575-21c4-4fa3-94f4-07cf133f28c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Bildschirmpräsentation (16:9)</PresentationFormat>
  <Paragraphs>112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Arial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öGIG AI Quality Control</dc:title>
  <dc:subject>PptxGenJS Presentation</dc:subject>
  <dc:creator>öGIG</dc:creator>
  <cp:lastModifiedBy>Fuhrmann Martin</cp:lastModifiedBy>
  <cp:revision>1</cp:revision>
  <dcterms:created xsi:type="dcterms:W3CDTF">2026-05-15T09:09:59Z</dcterms:created>
  <dcterms:modified xsi:type="dcterms:W3CDTF">2026-05-15T11:23:30Z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0x010100FBF33613F0E852489D4174840A82AD98</vt:lpwstr>
  </property>
  <property fmtid="{D5CDD505-2E9C-101B-9397-08002B2CF9AE}" pid="3" name="ClassificationContentMarkingFooterLocations">
    <vt:lpwstr>Office Theme:3</vt:lpwstr>
  </property>
  <property fmtid="{D5CDD505-2E9C-101B-9397-08002B2CF9AE}" pid="4" name="ClassificationContentMarkingFooterText">
    <vt:lpwstr>öGIG - Intern</vt:lpwstr>
  </property>
  <property fmtid="{D5CDD505-2E9C-101B-9397-08002B2CF9AE}" pid="5" name="MediaServiceImageTags">
    <vt:lpwstr/>
  </property>
</Properties>
</file>